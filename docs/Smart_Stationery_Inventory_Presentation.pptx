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ACADEMIC MAJOR PROJECT PRESENTATION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SMART STATIONERY</a:t>
            </a:r>
            <a:br/>
            <a:r>
              <a:t>INVENTORY MANAGEMENT SYSTEM</a:t>
            </a:r>
          </a:p>
          <a:p>
            <a:pPr algn="ctr">
              <a:spcAft>
                <a:spcPts val="28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 Simple, Clean &amp; Efficient Inventory &amp; Billing Solution for Stationery Retail</a:t>
            </a:r>
          </a:p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Technology Stack: Core Java 21  |  JDBC  |  MySQL Database  |  React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Statement: Challenges in Stationery Stores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📝  Manual Record Keeping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Store owners maintain paper notebooks and handwritten ledgers.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Prone to calculation errors and missing entries.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Very difficult to track hundreds of small items (pens, markers, staplers).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108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📉  Unexpected Stock-Outs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Back-to-school and exam periods bring sudden demand surges.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No automated warning when stock is running critically low.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Causes lost sales and customer dissatisfaction.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108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⚠️  Blind Financials &amp; Theft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Shopkeeper doesn't know total inventory capital tied up in stock.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Damaged items and shrinkage go completely unrecorded.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No simple way to generate instant Excel/CSV sales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Objectives: Our Smart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937759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📦  Real-Time Stock Tracking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Automated count of all stationery items with Shelf Bin Location.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Clear status badges: IN STOCK, LOW STOCK, and OUT OF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4937759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🔔  Smart Low-Stock Alerts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Automatic warning whenever an item reaches its reorder threshold.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Calculates exact suggested reorder units to purchase from suppliers.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069080"/>
            <a:ext cx="4937759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🛒  Fast POS Billing &amp; Ledger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Rapid Point of Sale (POS) customer billing with live subtotals.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Automatically decrements stock and logs immutable audit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069080"/>
            <a:ext cx="4937759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📊  Valuation &amp; 1-Click Reports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Live financial valuation: Quantity × Unit Price across all categories.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Instant 1-Click CSV spreadsheet export directly to computer.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Architecture: Clean 3-Tier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🖥️  Client Tier (Frontend)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Built with React 18 &amp; Vite.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Fast, interactive Single Page Application.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Responsive, modern UI with dark-mode accents.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Connects to backend using standard HTTP REST Fetch API.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Runs on Port: 5173.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1089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⚙️  Logic Tier (Backend)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Built with Core Java 21 Standard Library.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Lightweight HTTP server (com.sun.net).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Uses Java 21 Virtual Threads for high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Enforces business rules &amp; transactional integrity.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Runs on Port: 8080.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108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🗄️  Database Tier (Storage)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Powered by MySQL 8.0 / InnoDB Engine.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Connected via Plain JDBC &amp; PreparedStatement.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Strict Foreign Keys &amp; Check Constraints (Quantity &gt;= 0).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100% immune to SQL Injection attacks.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Runs on Port: 3306.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Database Schema: 5 Normalized Tables (3NF)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📁  1. Categories Table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category_id (PK), category_name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Organizes items into Pens, Notebooks, Markers, Office Supplies.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108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🚚  2. Suppliers Table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supplier_id (PK), supplier_name, contact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Stores vendor details, phone numbers, and addresses.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1089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🏷️  3. Products Table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product_id (PK), category_id (FK), supplier_id (FK)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sku (Unique), unit_price, quantity (CHECK &gt;= 0), bin_location.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023360"/>
            <a:ext cx="4114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4069080"/>
            <a:ext cx="39319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25196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📋  4. Stock Transactions Table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transaction_id (PK), product_id (FK)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Audit type: INWARD, OUTWARD, DAMAGED with quantity &amp; timestamp.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Immutable ledger prevents untracked shrinkage.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4114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69080"/>
            <a:ext cx="3931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🧾  5. Sales Table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sale_id (PK), product_id (FK)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Records customer POS purchases: quantity_sold, total_price, date.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Linked atomically to stock deduction.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Application Modules: What the User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937759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📊  Executive Dashboard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4 Live KPI metric cards: Total Products, Total Stock, Alerts, Valuation.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Instant Low-Stock Warning Table showing urgent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4937759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🔍  Product Catalog &amp; Search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Add, Edit, and View stationery products.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Instant live search by item name + category &amp; stock status filters.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069080"/>
            <a:ext cx="4937759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🔄  Stock Inward / Outward / Damaged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Receive new delivery shipments (Inward) with 1 click.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Write off damaged pens or broken items with audit reasons.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069080"/>
            <a:ext cx="4937759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💳  POS Billing Register &amp; Reports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Rapid customer billing with automatic receipt logging.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Valuation by category &amp; instant CSV spreadsheet download.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 Business Logic &amp; Mathematical Formulas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🎯  Dynamic Stock Status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Evaluated dynamically on every query: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• Quantity = 0 → OUT OF STOCK (Red)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• Quantity &lt;= Reorder Point → LOW STOCK (Amber)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• Quantity &gt; Reorder Point → IN STOCK (Green)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Badges update instantly when sales or deliveries occur.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1089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📐  Suggested Reorder Formula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Takes the guesswork out of purchasing: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Formula: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Suggested Qty = (Reorder Point × 2) - Current Qty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Example: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If Reorder Point = 10, Current Qty = 6: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Suggested Order = (10 × 2) - 6 = 14 units.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Safely restores a 2× safety stock buffer.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1089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743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🔒  Atomic POS Sales (ACID)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Executed inside a single database transaction: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1. Check available stock.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2. Decrement product quantity.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3. Log 'OUTWARD' audit transaction.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4. Record sale receipt.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If any step fails → Rollback!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Guarantees stock never goes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Live Demonstration Flow: 5 Simple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1:  Dashboard Overview  —  </a:t>
            </a:r>
            <a:r>
              <a:rPr sz="1400" b="0">
                <a:solidFill>
                  <a:srgbClr val="E2E8F0"/>
                </a:solidFill>
              </a:rPr>
              <a:t>View KPI summary cards &amp; notice low-stock alert for Staplers &amp; Markers.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2:  Manage Products  —  </a:t>
            </a:r>
            <a:r>
              <a:rPr sz="1400" b="0">
                <a:solidFill>
                  <a:srgbClr val="E2E8F0"/>
                </a:solidFill>
              </a:rPr>
              <a:t>Add new product (e.g. Gel Pen) &amp; demonstrate duplicate SKU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3:  Restock Delivery  —  </a:t>
            </a:r>
            <a:r>
              <a:rPr sz="1400" b="0">
                <a:solidFill>
                  <a:srgbClr val="E2E8F0"/>
                </a:solidFill>
              </a:rPr>
              <a:t>Record Inward stock (+50 units) → watch status change from LOW to IN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4:  Perform POS Sale  —  </a:t>
            </a:r>
            <a:r>
              <a:rPr sz="1400" b="0">
                <a:solidFill>
                  <a:srgbClr val="E2E8F0"/>
                </a:solidFill>
              </a:rPr>
              <a:t>Sell 5 Blue Pens → verify immediate stock reduction &amp; sales register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5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5:  Download CSV Report  —  </a:t>
            </a:r>
            <a:r>
              <a:rPr sz="1400" b="0">
                <a:solidFill>
                  <a:srgbClr val="E2E8F0"/>
                </a:solidFill>
              </a:rPr>
              <a:t>Click 'Download CSV' in Reports → inspect the generated spreadsheet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EXAMINER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Common Viva 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937759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💡  Q1: Why plain JDBC instead of Spring Boot?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Answer: Using Core Java and plain JDBC demonstrates direct mastery over SQL queries, connection lifecycles, and atomic transaction management without relying on framework magic.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4937759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🛡️  Q2: How do you prevent SQL Injection?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Answer: 100% of our SQL statements use PreparedStatement with parameterized placeholders (?). User input is treated strictly as data literals and never concatenated.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069080"/>
            <a:ext cx="4937759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🛑  Q3: How do you prevent negative stock?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Answer: At two levels: In Java Service logic (checks available quantity before deducting) and in MySQL schema with CHECK (quantity &gt;= 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069080"/>
            <a:ext cx="4937759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🚀  Q4: How does 1-Click Launch work?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 Answer: A simple Windows run.bat script verifies MySQL, starts the Java backend on port 8080, launches Vite frontend on port 5173, and opens the browser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 SUMMARY &amp; OUTCOMES</a:t>
            </a:r>
          </a:p>
          <a:p>
            <a:pPr algn="ctr">
              <a:spcAft>
                <a:spcPts val="1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Project Takeaways</a:t>
            </a:r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Successfully built a complete, beginner-friendly inventory management system.</a:t>
            </a:r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Pure Core Java 21 + JDBC + MySQL architecture: clean, modular, and easy to explain.</a:t>
            </a:r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Eliminates stationery stock-outs with automated reorder calculations &amp; real-time alerts.</a:t>
            </a:r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Atomic 3-way sales transactions guarantee zero inventory discrepancies or negative stock.</a:t>
            </a:r>
          </a:p>
          <a:p>
            <a:pPr algn="ctr"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✔ Clean modern React 18 UI with 1-click CSV report generation.</a:t>
            </a:r>
          </a:p>
          <a:p>
            <a:br/>
            <a:pPr algn="ctr">
              <a:defRPr sz="1600" b="1">
                <a:solidFill>
                  <a:srgbClr val="34D399"/>
                </a:solidFill>
                <a:latin typeface="Arial"/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